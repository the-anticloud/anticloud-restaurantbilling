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RESTAURANTBILLING | Category: POS_SYSTEMS</a:t>
            </a:r>
          </a:p>
          <a:p>
            <a:r>
              <a:rPr sz="1400"/>
              <a:t>Upstream: https://github.com/nicedoc/restaurantbilling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RESTAURANTBILLING.</a:t>
            </a:r>
          </a:p>
          <a:p>
            <a:r>
              <a:rPr sz="1400"/>
              <a:t>Restaurant billing and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RESTAURANTBILLING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